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jogo é uma conversa livre por texto com um suspeito controlado por IA, e que cada partida gera um caso novo (crime, suspeito e mentira diferentes).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Descrever o ciclo completo de uma partida do início ao fim, reforçando que são apenas 6 perguntas antes de o jogador precisar tomar uma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Slide-chave: insistir que os três momentos são etapas técnicas reais — geração estruturada do caso, diálogo restrito aos fatos definidos e avaliação semântica — e não apenas 'conversar com um chatbot'.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cada termo da lista diretamente a um passo do fluxo à esquerda (ex.: 'compreensão da linguagem' é o que acontece quando o modelo interpreta a pergunta livre do jogador). Não aprofundar teoria — só ancorar cada termo no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Narrar a cena: mostrar como a contradição (a chave usada para entrar x a versão de 'fiquei em casa') aparece naturalmente na conversa, e como isso vira uma resposta objetiva no formulário final, avaliada e pontuada.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que o escopo é deliberadamente pequeno e que isso é uma vantagem, não uma limitação — o grupo consegue realmente entregar o que está sendo mostrado em 1 a 2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r>
              <a:rPr lang="en-US" sz="1100" kern="0" spc="2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/ 06 —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Interrogatório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Detetive de Mentiras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1A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Descubra a mentira. Encontre a verdade.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3703320"/>
          <a:ext cx="6949440" cy="1133856"/>
        </p:xfrm>
        <a:graphic>
          <a:graphicData uri="http://schemas.openxmlformats.org/drawingml/2006/table">
            <a:tbl>
              <a:tblPr/>
              <a:tblGrid>
                <a:gridCol w="2084832"/>
                <a:gridCol w="4864608"/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INVESTIGADOR</a:t>
                      </a:r>
                      <a:endParaRPr lang="en-US" sz="1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ourier New" panose="02070309020205020404" pitchFamily="34" charset="0"/>
                        <a:ea typeface="Courier New" panose="02070309020205020404" pitchFamily="34" charset="-122"/>
                        <a:cs typeface="Courier New" panose="02070309020205020404" pitchFamily="34" charset="-12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EF0F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"Você estava onde na noite do crime?"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A33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SUSPEITO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EF0F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"Eu estava em casa."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 INTERROGATÓRIO — DETETIVE DE MENTIRAS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01/06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r>
              <a:rPr lang="en-US" sz="1100" kern="0" spc="2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/ 06 — 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Como funciona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92024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CASO GERADO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2286000"/>
            <a:ext cx="320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0360" y="22860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286000"/>
            <a:ext cx="192024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PERGUNTAS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2286000"/>
            <a:ext cx="320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0" y="22860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286000"/>
            <a:ext cx="192024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ANÁLISE DAS PISTAS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2286000"/>
            <a:ext cx="320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60920" y="22860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286000"/>
            <a:ext cx="192024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ACUSAÇÃO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81160" y="2286000"/>
            <a:ext cx="320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2860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286000"/>
            <a:ext cx="192024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PERGUNTAS PARA DESCOBRIR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033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MENTIRA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3703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7033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VERDADE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7033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7033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 MOTIVO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 INTERROGATÓRIO — DETETIVE DE MENTIRAS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02/06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r>
              <a:rPr lang="en-US" sz="1100" kern="0" spc="2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/ 06 — A IA NO JOGO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Onde a IA entra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3474720" cy="2011680"/>
          </a:xfrm>
          <a:prstGeom prst="rect">
            <a:avLst/>
          </a:prstGeom>
          <a:noFill/>
        </p:spPr>
        <p:txBody>
          <a:bodyPr wrap="square" lIns="228600" tIns="228600" rIns="228600" bIns="2286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Gera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9AA1A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Cria o caso completo — verdade, versão oficial, mentira e motivo — tudo oculto do jogador.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2103120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103120"/>
            <a:ext cx="3474720" cy="2011680"/>
          </a:xfrm>
          <a:prstGeom prst="rect">
            <a:avLst/>
          </a:prstGeom>
          <a:noFill/>
        </p:spPr>
        <p:txBody>
          <a:bodyPr wrap="square" lIns="228600" tIns="228600" rIns="228600" bIns="2286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Interpreta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9AA1A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Responde como o suspeito, revisando os fatos do caso a cada resposta para manter a versão coerente.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0" y="2103120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2103120"/>
            <a:ext cx="3474720" cy="2011680"/>
          </a:xfrm>
          <a:prstGeom prst="rect">
            <a:avLst/>
          </a:prstGeom>
          <a:noFill/>
        </p:spPr>
        <p:txBody>
          <a:bodyPr wrap="square" lIns="228600" tIns="228600" rIns="228600" bIns="2286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Avalia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9AA1A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Compara a resposta do jogador com a verdade real, mesmo escrita com outras palavras.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44348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IA generativa como </a:t>
            </a:r>
            <a:r>
              <a:rPr lang="en-US" sz="2200" b="1" dirty="0">
                <a:solidFill>
                  <a:srgbClr val="E8A3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motor do jogo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" y="49377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A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IA não é apenas um chatbot: ela gera, mantém e avalia o contexto da partida.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 INTERROGATÓRIO — DETETIVE DE MENTIRAS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03/06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r>
              <a:rPr lang="en-US" sz="1100" kern="0" spc="2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/ 06 — PLN APLICADO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Onde está o PLN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PERGUNTA DO JOGADOR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4436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COMPREENSÃO DA LINGUAGEM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39896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39896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RESPOSTA DO SUSPEITO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42816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35424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35424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COMPARAÇÃO SEMÂNTICA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038344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30952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AVALIAÇÃO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286000"/>
            <a:ext cx="48463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— </a:t>
            </a:r>
            <a:r>
              <a:rPr lang="en-US" sz="13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Geração de linguagem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— </a:t>
            </a:r>
            <a:r>
              <a:rPr lang="en-US" sz="13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Compreensão de linguagem natural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— </a:t>
            </a:r>
            <a:r>
              <a:rPr lang="en-US" sz="13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Geração condicionada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— </a:t>
            </a:r>
            <a:r>
              <a:rPr lang="en-US" sz="13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Processamento de diálogo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— </a:t>
            </a:r>
            <a:r>
              <a:rPr lang="en-US" sz="13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Comparação semântica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 INTERROGATÓRIO — DETETIVE DE MENTIRAS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04/06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</a:t>
            </a:r>
            <a:r>
              <a:rPr lang="en-US" sz="1100" kern="0" spc="2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/ 06 — GAMEPLAY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Exemplo de partida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2103120"/>
          <a:ext cx="5786120" cy="2267585"/>
        </p:xfrm>
        <a:graphic>
          <a:graphicData uri="http://schemas.openxmlformats.org/drawingml/2006/table">
            <a:tbl>
              <a:tblPr/>
              <a:tblGrid>
                <a:gridCol w="1810512"/>
                <a:gridCol w="3975735"/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16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INVESTIGADOR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EF0F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"Onde você estava às 22h?"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A33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SUSPEITO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EF0F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"Eu estava em casa."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16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INVESTIGADOR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EF0F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"Mas sua chave foi usada para entrar no local."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A33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SUSPEITO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EF0F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"Eu... posso ter passado lá rapidamente."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833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ACUSAÇÃO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66560" y="2108200"/>
          <a:ext cx="4572000" cy="2270760"/>
        </p:xfrm>
        <a:graphic>
          <a:graphicData uri="http://schemas.openxmlformats.org/drawingml/2006/table">
            <a:tbl>
              <a:tblPr/>
              <a:tblGrid>
                <a:gridCol w="2057400"/>
                <a:gridCol w="2514600"/>
              </a:tblGrid>
              <a:tr h="756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MENTIRA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EF0F2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"Disse que ficou em casa, mas voltou ao local."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VERDADE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EF0F2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"Entrou no local usando sua chave."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MOTIVO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EF0F2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"Precisava de dinheiro."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949440" y="498348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 INTERROGATÓRIO — DETETIVE DE MENTIRAS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05/06</a:t>
            </a:r>
            <a:endParaRPr lang="en-US" sz="8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766560" y="4663440"/>
          <a:ext cx="4571365" cy="278130"/>
        </p:xfrm>
        <a:graphic>
          <a:graphicData uri="http://schemas.openxmlformats.org/drawingml/2006/table">
            <a:tbl>
              <a:tblPr/>
              <a:tblGrid>
                <a:gridCol w="1627505"/>
                <a:gridCol w="2943860"/>
              </a:tblGrid>
              <a:tr h="2781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kern="0" spc="1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  <a:sym typeface="+mn-ea"/>
                        </a:rPr>
                        <a:t>RESULTADO</a:t>
                      </a:r>
                      <a:endParaRPr lang="pt-BR" sz="1000" spc="60" dirty="0">
                        <a:solidFill>
                          <a:srgbClr val="9AA1AD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Courier New" panose="02070309020205020404" pitchFamily="34" charset="-120"/>
                      </a:endParaRPr>
                    </a:p>
                  </a:txBody>
                  <a:tcPr marL="25400" marR="25400" marT="6350" marB="635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33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  <a:sym typeface="+mn-ea"/>
                        </a:rPr>
                        <a:t>3/3</a:t>
                      </a:r>
                      <a:endParaRPr lang="pt-BR" sz="1000" spc="60" dirty="0">
                        <a:solidFill>
                          <a:srgbClr val="EEF0F2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Courier New" panose="02070309020205020404" pitchFamily="34" charset="-120"/>
                      </a:endParaRPr>
                    </a:p>
                  </a:txBody>
                  <a:tcPr marL="25400" marR="25400" marT="6350" marB="635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</a:t>
            </a:r>
            <a:r>
              <a:rPr lang="en-US" sz="1100" kern="0" spc="2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/ 06 — MVP &amp; VIABILIDADE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MVP: simples de desenvolver, fácil de demonstrar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40080" y="2286000"/>
          <a:ext cx="4846320" cy="2286000"/>
        </p:xfrm>
        <a:graphic>
          <a:graphicData uri="http://schemas.openxmlformats.org/drawingml/2006/table">
            <a:tbl>
              <a:tblPr/>
              <a:tblGrid>
                <a:gridCol w="2180844"/>
                <a:gridCol w="2665476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TELAS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EF0F2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1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SUSPEITOS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EF0F2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1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PERGUNTAS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EF0F2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6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RESPOSTAS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EF0F2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3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A1A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RESULTADO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8A33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0–3</a:t>
                      </a:r>
                      <a:endParaRPr lang="en-US" sz="12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2286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A1A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TECNOLOGIAS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0" y="26517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6400800" y="265176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43800" y="26517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63840" y="26517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265176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64040" y="26517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0" y="265176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71B23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84080" y="26517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0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API DE LLM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35204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estudantes </a:t>
            </a:r>
            <a:r>
              <a:rPr lang="en-US" sz="1900" b="1" dirty="0">
                <a:solidFill>
                  <a:srgbClr val="E8A3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</a:t>
            </a:r>
            <a:r>
              <a:rPr lang="en-US" sz="1900" b="1" dirty="0">
                <a:solidFill>
                  <a:srgbClr val="EEF0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1–2 semanas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00800" y="4206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SEM BANCO DE DADOS · SEM LOGIN · SEM MULTIPLAYER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 INTERROGATÓRIO — DETETIVE DE MENTIRAS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6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06/06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60*178"/>
  <p:tag name="TABLE_ENDDRAG_RECT" val="540*165*360*178"/>
</p:tagLst>
</file>

<file path=ppt/tags/tag2.xml><?xml version="1.0" encoding="utf-8"?>
<p:tagLst xmlns:p="http://schemas.openxmlformats.org/presentationml/2006/main">
  <p:tag name="TABLE_ENDDRAG_ORIGIN_RECT" val="359*21"/>
  <p:tag name="TABLE_ENDDRAG_RECT" val="532*367*359*21"/>
  <p:tag name="TABLE_AUTOADJUST_FLAG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1879</Words>
  <Application>WPS Presentation</Application>
  <PresentationFormat>On-screen Show (16:9)</PresentationFormat>
  <Paragraphs>196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Courier New</vt:lpstr>
      <vt:lpstr>Courier New</vt:lpstr>
      <vt:lpstr>Courier New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Interrogatorio - Detetive de Mentiras</dc:title>
  <dc:creator>O Interrogatorio</dc:creator>
  <dc:subject>PptxGenJS Presentation</dc:subject>
  <cp:lastModifiedBy>Henry Costa “Henry”</cp:lastModifiedBy>
  <cp:revision>2</cp:revision>
  <dcterms:created xsi:type="dcterms:W3CDTF">2026-08-18T14:04:00Z</dcterms:created>
  <dcterms:modified xsi:type="dcterms:W3CDTF">2026-08-18T14:15:34Z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36BAB46B8D994CA6AF7BA370830CDF6D_12</vt:lpwstr>
  </property>
  <property fmtid="{D5CDD505-2E9C-101B-9397-08002B2CF9AE}" pid="3" name="KSOProductBuildVer">
    <vt:lpwstr>1046-12.2.0.23206</vt:lpwstr>
  </property>
</Properties>
</file>